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79" r:id="rId6"/>
    <p:sldId id="280" r:id="rId7"/>
    <p:sldId id="257" r:id="rId8"/>
    <p:sldId id="281" r:id="rId9"/>
    <p:sldId id="282" r:id="rId10"/>
    <p:sldId id="278" r:id="rId11"/>
    <p:sldId id="284" r:id="rId12"/>
    <p:sldId id="285" r:id="rId13"/>
    <p:sldId id="286" r:id="rId14"/>
    <p:sldId id="287" r:id="rId15"/>
    <p:sldId id="288" r:id="rId16"/>
    <p:sldId id="289" r:id="rId17"/>
    <p:sldId id="276" r:id="rId18"/>
    <p:sldId id="283" r:id="rId19"/>
    <p:sldId id="277" r:id="rId20"/>
    <p:sldId id="268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4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ngodb/mongo" TargetMode="External"/><Relationship Id="rId2" Type="http://schemas.openxmlformats.org/officeDocument/2006/relationships/hyperlink" Target="https://github.com/facebook/react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tailwindlabs/tailwindcss" TargetMode="External"/><Relationship Id="rId4" Type="http://schemas.openxmlformats.org/officeDocument/2006/relationships/hyperlink" Target="https://tailwindcss.com/docs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Co-op Project at Industry (Module-1)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 Audit</a:t>
            </a:r>
          </a:p>
          <a:p>
            <a:pPr algn="ctr">
              <a:spcBef>
                <a:spcPts val="400"/>
              </a:spcBef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Sarthak Jyoti Mishra</a:t>
            </a:r>
          </a:p>
          <a:p>
            <a:pPr algn="ctr">
              <a:spcBef>
                <a:spcPts val="400"/>
              </a:spcBef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(2210990801) </a:t>
            </a:r>
          </a:p>
          <a:p>
            <a:pPr algn="ctr">
              <a:spcBef>
                <a:spcPts val="400"/>
              </a:spcBef>
            </a:pPr>
            <a:b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spcBef>
                <a:spcPts val="400"/>
              </a:spcBef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</a:t>
            </a:r>
          </a:p>
          <a:p>
            <a:pPr algn="ctr">
              <a:spcBef>
                <a:spcPts val="400"/>
              </a:spcBef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Assistant Professor </a:t>
            </a:r>
          </a:p>
          <a:p>
            <a:pPr algn="ctr">
              <a:spcBef>
                <a:spcPts val="400"/>
              </a:spcBef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 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E809-2199-90E0-FB6C-817866FB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25" y="0"/>
            <a:ext cx="5486040" cy="91404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4B764-A79D-5821-231C-97546C8E69E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59876" y="1642621"/>
            <a:ext cx="7060675" cy="3572758"/>
          </a:xfrm>
        </p:spPr>
        <p:txBody>
          <a:bodyPr/>
          <a:lstStyle/>
          <a:p>
            <a:pPr marL="342900" indent="-342900" fontAlgn="base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Methodology, Approach &amp; Techniques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89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067F9A-72C0-908D-7CEF-60E675EBCDD2}"/>
              </a:ext>
            </a:extLst>
          </p:cNvPr>
          <p:cNvSpPr txBox="1"/>
          <p:nvPr/>
        </p:nvSpPr>
        <p:spPr>
          <a:xfrm>
            <a:off x="2871788" y="128587"/>
            <a:ext cx="5157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2C626-F50E-AAEF-03A5-D0E54D4D898A}"/>
              </a:ext>
            </a:extLst>
          </p:cNvPr>
          <p:cNvSpPr txBox="1"/>
          <p:nvPr/>
        </p:nvSpPr>
        <p:spPr>
          <a:xfrm>
            <a:off x="185738" y="1328738"/>
            <a:ext cx="87153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code auditing system that analyzes code in real time and provides instant, actionable feedback.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offer personalized coding challenges and suggestions that help developers identify weaknesses and improve best practices.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performance tracking and progress analysis through dashboards and reports for continuous skill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63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283464" y="1137174"/>
            <a:ext cx="5311018" cy="511732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learning to building real-world software often depends on the quality of coding practice and feedback.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and students struggle with understanding mistakes, optimizing code, and following best practices due to a lack of personalized, real-time guidance.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static tutorials, offline code reviews, or generic coding platforms do not adapt to individual learning paths or provide actionable feedback.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CodeAudit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fills this gap by: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Offering AI-driven code review in real-time, while coding or after submission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instant feedback with suggestions for improvements and best practices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coding progress and patterns over time through analytics</a:t>
            </a:r>
            <a:endParaRPr lang="en-US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3FE3B5-BB3B-E304-0D30-1273791F8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FC63B-F2C9-4411-3886-A24A5C8A8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778" y="1837944"/>
            <a:ext cx="3403214" cy="2557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6E92-7852-58E0-11FD-73AA76EC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3" y="190710"/>
            <a:ext cx="6372225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Methodology, Approach &amp; Techniques</a:t>
            </a:r>
            <a:br>
              <a:rPr lang="en-IN" dirty="0"/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64ED0E-310E-89EF-4E68-7ECF944AE28B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88548" y="857944"/>
            <a:ext cx="838411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Methodology is used to develop the system in iterative phases with regular testing and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user-centric approach is followed to ensure simple navigation, real-time feedback, and an engaging learning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using a client–server architecture, separating frontend presentation from backend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Development: Built using React.js and Tailwind CSS to create a responsive, interactive, and user-friendly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Development: Implemented using Node.js and Express.js to handle business logic, API requests, and AI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&amp; Analysis Techniques: Integrated Gemini AI for real-time code evaluation, error detection, and optimization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Security Techniques: Used MongoDB for data storage and JWT +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secure authentication and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2796846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ED2E-A469-B362-3D92-727D1958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1" y="0"/>
            <a:ext cx="5486040" cy="91404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E2250D-7E5A-5D75-4A05-66C53085E540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26243" y="804610"/>
            <a:ext cx="8672659" cy="5889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logs in or registers using a secure authentication system, ensuring protected access and personalized tracking of coding activity.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selects the coding topic, programming language, and difficulty level, allowing the platform to customize challenges based on the user’s skill set.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AI engine generates relevant coding challenges, and the developer writes and submits solutions directly on the platform for evaluation.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performs an instant AI-based code review, providing detailed explanations, improvement suggestions, and corrected code snippets.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can download the complete code review and optimized solution in PDF format for offline study and revision.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and report card are updated automatically, tracking performance, identifying weak areas, and showing progress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25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99FAD9-4627-B620-BFD4-F1CFDD0C04CA}"/>
              </a:ext>
            </a:extLst>
          </p:cNvPr>
          <p:cNvSpPr txBox="1"/>
          <p:nvPr/>
        </p:nvSpPr>
        <p:spPr>
          <a:xfrm>
            <a:off x="320511" y="136532"/>
            <a:ext cx="2818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4748A-DF33-AB36-9668-AE009142A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991502"/>
            <a:ext cx="4572000" cy="543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43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526F-D152-893A-FC41-5F2F5F73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RESULT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C9A85-A762-F8A6-2640-4B4EF4671BAA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CC099-0ED8-602C-83AD-49B79188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920"/>
            <a:ext cx="9144000" cy="452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0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9F9C-A746-5368-2A95-0910D445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C3BD0-C6AE-1F6F-C406-96BC51E18E0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CD20D-0D96-3A38-78B8-CA7CC2D4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328"/>
            <a:ext cx="9144000" cy="466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80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9127-E176-C657-E65E-2D487C7B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AE419-3DC1-F340-0836-4FD5FDA591A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1D184C-E249-1DB8-3F05-409F20CE7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178"/>
            <a:ext cx="9144000" cy="465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25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4F35-9241-2500-C420-B469A4FD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DA947-45D0-2492-0470-7878614E2F9E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B10D0-5F00-54D5-F0D5-622CE1157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800"/>
            <a:ext cx="9144000" cy="46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50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8F4B-95C3-5E72-A68D-92B536B3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0CAD7-2B25-FDA6-CC41-CE6435AB40C0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788F6-97AB-A19C-4C2E-B2642B975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914040"/>
            <a:ext cx="9057290" cy="56147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7331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8EF33-445C-8D9C-E186-77048EEF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2358C-5C2E-389C-F1C4-1B36F2FC17F7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4376EC-433F-10FF-AEA6-7632C1A168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914041"/>
            <a:ext cx="9144000" cy="56147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7070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3ED6-3E60-586C-1428-589B0ABF9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B632A-245A-E24B-815A-51ADD2F9810E}"/>
              </a:ext>
            </a:extLst>
          </p:cNvPr>
          <p:cNvSpPr txBox="1"/>
          <p:nvPr/>
        </p:nvSpPr>
        <p:spPr>
          <a:xfrm>
            <a:off x="757084" y="1415845"/>
            <a:ext cx="7669161" cy="382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Audits revolutionizes interview preparation by: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analytics + modern web tech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Offering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personalized, interactive, and insightful code reviews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patterns &amp; weak areas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coders to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smart, not just hard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confidence.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structured preparation.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code quality for real-world applications.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604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2D15-64DC-A21D-7F01-54D19C9A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873" y="0"/>
            <a:ext cx="5486040" cy="91404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5A79F0-CE0E-72B8-FF03-2F45D8BC32DE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40382" y="1220784"/>
            <a:ext cx="815889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more programming languages and frameworks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broaden usability across different developer domains.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Enhancement of the AI model to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deeper semantic code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design pattern detection and security vulnerability checks.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collaborative code review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multiple users or mentors to review and discuss code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interview simulation and competitive programming modes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help users prepare for real-world technical assessments.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on-the-go coding practice and performance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career-oriented analytics and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guiding users toward skill improvement paths based on industry demands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3891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8EBF-DF7B-5F65-DC12-0C6DB02E5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-117987"/>
            <a:ext cx="548604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382C7-D86D-6719-1FC0-1C3251CDA458}"/>
              </a:ext>
            </a:extLst>
          </p:cNvPr>
          <p:cNvSpPr txBox="1"/>
          <p:nvPr/>
        </p:nvSpPr>
        <p:spPr>
          <a:xfrm>
            <a:off x="688257" y="1258529"/>
            <a:ext cx="688258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Documentation: React Documentation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 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React GitHub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Express.js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Documentation: Node.js Official Docs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Documentation: Express Official Docs</a:t>
            </a: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Documentation: MongoDB Documentation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 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MongoDB GitHub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Documentation: 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Tailwind CSS Documentation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 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Tailwind CSS GitHub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1267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35054</TotalTime>
  <Words>759</Words>
  <Application>Microsoft Office PowerPoint</Application>
  <PresentationFormat>On-screen Show (4:3)</PresentationFormat>
  <Paragraphs>121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Index</vt:lpstr>
      <vt:lpstr>PowerPoint Presentation</vt:lpstr>
      <vt:lpstr>PowerPoint Presentation</vt:lpstr>
      <vt:lpstr>Methodology, Approach &amp; Techniques </vt:lpstr>
      <vt:lpstr>Algorithm</vt:lpstr>
      <vt:lpstr>PowerPoint Presentation</vt:lpstr>
      <vt:lpstr> 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Sarthak Mishra</cp:lastModifiedBy>
  <cp:revision>2309</cp:revision>
  <dcterms:created xsi:type="dcterms:W3CDTF">2010-04-09T07:36:15Z</dcterms:created>
  <dcterms:modified xsi:type="dcterms:W3CDTF">2025-12-18T10:29:39Z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