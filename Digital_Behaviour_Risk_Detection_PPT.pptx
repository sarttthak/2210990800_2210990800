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8" r:id="rId9"/>
    <p:sldId id="279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kash Jain" initials="AJ" lastIdx="1" clrIdx="0">
    <p:extLst>
      <p:ext uri="{19B8F6BF-5375-455C-9EA6-DF929625EA0E}">
        <p15:presenceInfo xmlns:p15="http://schemas.microsoft.com/office/powerpoint/2012/main" userId="63b56715352b5e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3273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IOHE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at Industry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dirty="0"/>
              <a:t>Digital </a:t>
            </a:r>
            <a:r>
              <a:rPr lang="en-US" sz="3600" dirty="0" err="1"/>
              <a:t>Behaviour</a:t>
            </a:r>
            <a:r>
              <a:rPr lang="en-US" sz="3600" dirty="0"/>
              <a:t>-Based Risk Detection Using Machine Learning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Professor, CSE</a:t>
            </a:r>
          </a:p>
          <a:p>
            <a:pPr algn="ctr"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9CB88F-4621-089B-A731-95899B736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357260"/>
              </p:ext>
            </p:extLst>
          </p:nvPr>
        </p:nvGraphicFramePr>
        <p:xfrm>
          <a:off x="1524000" y="3058160"/>
          <a:ext cx="60960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304797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83045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Sarthak Gupta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Sarthak Jyoti Mishra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331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2210990800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2210990801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2677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27326"/>
            <a:ext cx="8838720" cy="52291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Survey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CE95-E211-74D8-9928-CD9FD761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E1115-2DA0-CF15-AE5A-FAB9D4CFA35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14040"/>
            <a:ext cx="8229240" cy="5548306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ML-driven detection of anomalous digital behaviour for risk mitigation.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Explores User and Entity Behavior Analytics (UEBA) paradigm shift.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ensemble models (RF, XGBoost) and deep learning (LSTM, CNN).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cybersecurity, financial fraud, and digital phenotyping.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bridges algorithmic output and human analyst trust.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tests validated four key hypotheses on ML model efficacy.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Federated Learning and Agentic AI for future deployments. </a:t>
            </a: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UEBA, Insider Threat Detection, Deep Learning, XAI, Cybersecurity, Anomaly Detection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1263-218D-E233-9A38-0B1E32FE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9D3D-F42E-A125-D1BD-3F7DF5B6F7F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668215"/>
            <a:ext cx="8229240" cy="5495193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ecosystems generate vast behavioral data across networks and devices.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of modern cyberattacks are malware-free, bypassing signature-based systems.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enables continuous, context-aware behavioural risk scoring. 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UEBA models generate high false-positive alert rates.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“black box” models lack interpretability for analysts.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regulations (GDPR, CCPA) constrain telemetry collection.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108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6773-C2BF-0B00-CE11-3D676A50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CAAB5-9C17-C10A-91D2-C1B309A6BBD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518746"/>
            <a:ext cx="8229240" cy="6339253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anomalous digital behaviour using ML models.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continuous behavioural baselines per user/entity.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false-positive alert rates via ensemble methods.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analyst trust using Explainable AI (SHAP, LIME).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UEBA across cybersecurity, finance, and healthcare. 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Limitations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covers 9 global enterprises across sectors.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tabular enterprise telemetry and LSTM time-series.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constraints limit raw data availability.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4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48DC-6F5D-20FD-6FAA-8FA3F4F6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8490F-DA62-A4B6-26B3-1BC8D15EC3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503485"/>
            <a:ext cx="8229240" cy="4835769"/>
          </a:xfrm>
        </p:spPr>
        <p:txBody>
          <a:bodyPr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telemetry: auth logs, network flows, endpoint data.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applied for severe class imbalance correction.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&amp; PCA for dimensionality reduction.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Cross-validated with k-fold to prevent data leakage.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XGBoost, LSTM Autoencoder deployed.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Integration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SHAP/LIME for XAI and analyst-ready explanations.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3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41D1-9014-8836-4FE6-C035D9F5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Survey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A6E1-48EF-78C6-AB55-091A841F4FE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07731" y="1301260"/>
            <a:ext cx="8229240" cy="4403631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Scope: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global enterprises across finance, healthcare, e-commerce, and government.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sizes range from 3,800 to 35,000 employees.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UEBA (RF, XGBoost, LSTM) detect breaches in 5–12 days.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models (SVM, Decision Trees) average 55–82 days detection time.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false positive reduction: 38.90% (Std. Dev: 20.87).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UEBA maturity = more detections but also higher false positive rates.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97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66A5-D2B2-C5ED-8E43-368802FA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24ADD-87C7-8102-CBC3-3099A5D8B1F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7053" y="228600"/>
            <a:ext cx="8229240" cy="5961184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Hypotheses Tested (α = 0.05):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 Ensemble models significantly reduce false positive alert rates.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H2: LSTM networks significantly reduce mean breach detection time.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H3: XAI integration significantly accelerates SOC incident response speed.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H4: Behavioral biometrics significantly improve ATO fraud detection accuracy.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Tests Used: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 (H1, H3, H4) and ANOVA (H2) — all null hypotheses rejected.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9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C2-3364-4DB2-3FF0-9E03E3F1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972B5-3B85-7AD9-7BE0-05FD95E6FFB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151791"/>
            <a:ext cx="8229240" cy="4870939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Pipeline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 Telemetry → Preprocess &amp; SMOTE → Feature Engineering → Train RF/LSTM → Anomaly Score → XAI Explanation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80:20; k-fold cross-validation applied.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XGBoost, and LSTM Autoencoder trained.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System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scored by behavioural deviation from baseline.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values identify top contributing behavioural features.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71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FDC9-B958-7115-9ADC-C8E4CE33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8D25E-5CD4-2245-C94A-278E7ABCFC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8261" y="800100"/>
            <a:ext cx="8845061" cy="6277708"/>
          </a:xfrm>
        </p:spPr>
        <p:txBody>
          <a:bodyPr/>
          <a:lstStyle/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5417FA-504D-58D7-D95D-26C989494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312591"/>
              </p:ext>
            </p:extLst>
          </p:nvPr>
        </p:nvGraphicFramePr>
        <p:xfrm>
          <a:off x="1750864" y="1478865"/>
          <a:ext cx="5483650" cy="1950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1825">
                  <a:extLst>
                    <a:ext uri="{9D8B030D-6E8A-4147-A177-3AD203B41FA5}">
                      <a16:colId xmlns:a16="http://schemas.microsoft.com/office/drawing/2014/main" val="1136451584"/>
                    </a:ext>
                  </a:extLst>
                </a:gridCol>
                <a:gridCol w="2741825">
                  <a:extLst>
                    <a:ext uri="{9D8B030D-6E8A-4147-A177-3AD203B41FA5}">
                      <a16:colId xmlns:a16="http://schemas.microsoft.com/office/drawing/2014/main" val="884757045"/>
                    </a:ext>
                  </a:extLst>
                </a:gridCol>
              </a:tblGrid>
              <a:tr h="328008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064177"/>
                  </a:ext>
                </a:extLst>
              </a:tr>
              <a:tr h="41531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89–99.7%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95055"/>
                  </a:ext>
                </a:extLst>
              </a:tr>
              <a:tr h="311693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93%+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738166"/>
                  </a:ext>
                </a:extLst>
              </a:tr>
              <a:tr h="437545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438136"/>
                  </a:ext>
                </a:extLst>
              </a:tr>
              <a:tr h="360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95.1%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91962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7219543-9752-276D-9BFA-BA84F7C533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942" b="2845"/>
          <a:stretch>
            <a:fillRect/>
          </a:stretch>
        </p:blipFill>
        <p:spPr bwMode="auto">
          <a:xfrm>
            <a:off x="453584" y="3692769"/>
            <a:ext cx="3240459" cy="2689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3E0193-4982-BD17-4A82-8603E0FA2DB7}"/>
              </a:ext>
            </a:extLst>
          </p:cNvPr>
          <p:cNvSpPr txBox="1"/>
          <p:nvPr/>
        </p:nvSpPr>
        <p:spPr>
          <a:xfrm>
            <a:off x="3793521" y="4857273"/>
            <a:ext cx="3385038" cy="1525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RF/XGBoost achieve 89-99.7% accuracy. LSTM autoencoders reach 94.7% on imbalanced sets. Behavioral biometrics (SVM/RF) yield F1-score of 95.1%.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61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70F6-E3F5-0D13-108E-1E1A913F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/ Results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839C1-7ADA-4D77-A6EB-C5C47B310B2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5508" y="826477"/>
            <a:ext cx="8580932" cy="5407269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 Results:</a:t>
            </a:r>
          </a:p>
          <a:p>
            <a:pPr marL="0" indent="0">
              <a:buNone/>
            </a:pPr>
            <a:b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(χ2=8.49, p=0.0036): Ensemble models reduce false positives.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(χ2=14.22, p=0.0008): LSTM reduces breach detection time.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 (χ2=6.75, p=0.0093): XAI accelerates incident response.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H4 (χ2=32.88, p&lt;0.0001): Behavioral biometrics beat static MFA.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four null hypotheses rejected at α=0.05.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03119-9C0A-54E3-58DF-AC2F8E63F9BE}"/>
              </a:ext>
            </a:extLst>
          </p:cNvPr>
          <p:cNvSpPr txBox="1"/>
          <p:nvPr/>
        </p:nvSpPr>
        <p:spPr>
          <a:xfrm>
            <a:off x="105508" y="3892385"/>
            <a:ext cx="7813196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Mean false positive reduction: 38.90%. LSTM detection time as low as 5 days vs 82 days for legacy models.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8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C0D6-A442-0E76-FD60-1A824DEA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73048-AF9C-0E86-9AA8-D469133CFBA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130" y="1055077"/>
            <a:ext cx="8607309" cy="5292969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behavioural analytics outperform signature-based systems.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autoencoders reduce false positives by up to 38%.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(SHAP/LIME) is mandatory for analyst trust.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biometrics achieve F1-score of 95.1%. 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Federated Learning for privacy-preserving detection.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Agentic AI for autonomous real-time threat hunting.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multimodal digital phenotyping research.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Quantum ML for large-scale telemetry processing.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1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DCEE-9E49-A1F7-08EF-07A62075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CF04A-14B0-EE3F-7ED3-3A9F6417922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-1134208"/>
            <a:ext cx="8229240" cy="671600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Abdalla et al. (2023). Deep autoencoders for network intrusion detection.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Shehari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Alsowail (2021). Insider data leakage detection using ML.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Kaur et al. (2023). AI for Cybersecurity: Literature Review.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Inuwa &amp; Das (2024). Anomaly detection in cyber attacks on IoT.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Sarker (2021). Machine Learning: Algorithms &amp; Applications.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365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34757</TotalTime>
  <Words>916</Words>
  <Application>Microsoft Office PowerPoint</Application>
  <PresentationFormat>On-screen Show (4:3)</PresentationFormat>
  <Paragraphs>162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Abstract</vt:lpstr>
      <vt:lpstr>Introduction</vt:lpstr>
      <vt:lpstr>Objectives &amp; Scope</vt:lpstr>
      <vt:lpstr>Methodology</vt:lpstr>
      <vt:lpstr>Enterprise Survey</vt:lpstr>
      <vt:lpstr>Hypothesis Testing</vt:lpstr>
      <vt:lpstr>Implementation</vt:lpstr>
      <vt:lpstr>Major Findings / Results</vt:lpstr>
      <vt:lpstr>Major Findings / Results</vt:lpstr>
      <vt:lpstr>Conclusion &amp; 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Sarthak Mishra</cp:lastModifiedBy>
  <cp:revision>2306</cp:revision>
  <dcterms:created xsi:type="dcterms:W3CDTF">2010-04-09T07:36:15Z</dcterms:created>
  <dcterms:modified xsi:type="dcterms:W3CDTF">2026-05-13T09:20:14Z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